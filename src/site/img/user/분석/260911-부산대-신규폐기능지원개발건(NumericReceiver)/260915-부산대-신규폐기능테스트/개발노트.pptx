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3"/>
    <p:sldId id="262" r:id="rId4"/>
    <p:sldId id="267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538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48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326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89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43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46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347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33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06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11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8AC70-5143-49FB-B19D-FA2712DC09DE}" type="datetimeFigureOut">
              <a:rPr lang="ko-KR" altLang="en-US" smtClean="0"/>
              <a:t>2021-05-17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EA94-8C12-4BBC-B1EA-AF215CE0E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58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7832" y="385011"/>
            <a:ext cx="1172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Workflow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97832" y="1628273"/>
            <a:ext cx="1211179" cy="4491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장비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975811" y="1628273"/>
            <a:ext cx="1772652" cy="4491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CIS Numeric Receiver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336632" y="1628273"/>
            <a:ext cx="1772652" cy="4491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CIS Numeric Site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2975811" y="3272589"/>
            <a:ext cx="1772652" cy="4491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NEIS MIX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5" idx="3"/>
            <a:endCxn id="6" idx="1"/>
          </p:cNvCxnSpPr>
          <p:nvPr/>
        </p:nvCxnSpPr>
        <p:spPr>
          <a:xfrm>
            <a:off x="1909011" y="1852863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44092" y="1483530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PDF</a:t>
            </a:r>
            <a:endParaRPr lang="ko-KR" altLang="en-US" sz="1200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748463" y="1732547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03057" y="1421595"/>
            <a:ext cx="1414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Parsing data </a:t>
            </a:r>
            <a:r>
              <a:rPr lang="ko-KR" altLang="en-US" sz="1200" smtClean="0"/>
              <a:t>전달</a:t>
            </a:r>
            <a:endParaRPr lang="ko-KR" altLang="en-US" sz="1200"/>
          </a:p>
        </p:txBody>
      </p:sp>
      <p:sp>
        <p:nvSpPr>
          <p:cNvPr id="16" name="TextBox 15"/>
          <p:cNvSpPr txBox="1"/>
          <p:nvPr/>
        </p:nvSpPr>
        <p:spPr>
          <a:xfrm>
            <a:off x="4748463" y="1973179"/>
            <a:ext cx="1688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DB </a:t>
            </a:r>
            <a:r>
              <a:rPr lang="en-US" altLang="ko-KR" sz="1200" dirty="0" err="1" smtClean="0"/>
              <a:t>Intert</a:t>
            </a:r>
            <a:r>
              <a:rPr lang="en-US" altLang="ko-KR" sz="1200" dirty="0" smtClean="0"/>
              <a:t> </a:t>
            </a:r>
            <a:r>
              <a:rPr lang="ko-KR" altLang="en-US" sz="1200" smtClean="0"/>
              <a:t>후 </a:t>
            </a:r>
            <a:r>
              <a:rPr lang="en-US" altLang="ko-KR" sz="1200" dirty="0" smtClean="0"/>
              <a:t>Key </a:t>
            </a:r>
            <a:r>
              <a:rPr lang="ko-KR" altLang="en-US" sz="1200" smtClean="0"/>
              <a:t>전달</a:t>
            </a:r>
            <a:endParaRPr lang="ko-KR" altLang="en-US" sz="1200"/>
          </a:p>
        </p:txBody>
      </p:sp>
      <p:cxnSp>
        <p:nvCxnSpPr>
          <p:cNvPr id="20" name="직선 화살표 연결선 19"/>
          <p:cNvCxnSpPr>
            <a:stCxn id="7" idx="1"/>
            <a:endCxn id="6" idx="3"/>
          </p:cNvCxnSpPr>
          <p:nvPr/>
        </p:nvCxnSpPr>
        <p:spPr>
          <a:xfrm flipH="1">
            <a:off x="4748463" y="1852863"/>
            <a:ext cx="1588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6" idx="2"/>
            <a:endCxn id="8" idx="0"/>
          </p:cNvCxnSpPr>
          <p:nvPr/>
        </p:nvCxnSpPr>
        <p:spPr>
          <a:xfrm>
            <a:off x="3862137" y="2077452"/>
            <a:ext cx="0" cy="1195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04450" y="2789185"/>
            <a:ext cx="2877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Numeric Site</a:t>
            </a:r>
            <a:r>
              <a:rPr lang="ko-KR" altLang="en-US" sz="1200" smtClean="0"/>
              <a:t>로부터 전달받은 </a:t>
            </a:r>
            <a:r>
              <a:rPr lang="en-US" altLang="ko-KR" sz="1200" dirty="0" smtClean="0"/>
              <a:t>Key </a:t>
            </a:r>
            <a:r>
              <a:rPr lang="ko-KR" altLang="en-US" sz="1200" smtClean="0"/>
              <a:t>전달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98862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1207" y="346841"/>
            <a:ext cx="2860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CISNumericModaltiy</a:t>
            </a:r>
            <a:r>
              <a:rPr lang="en-US" altLang="ko-KR" dirty="0" smtClean="0"/>
              <a:t> </a:t>
            </a:r>
            <a:r>
              <a:rPr lang="ko-KR" altLang="en-US" smtClean="0"/>
              <a:t>구조</a:t>
            </a:r>
            <a:endParaRPr lang="en-US" altLang="ko-KR" dirty="0" smtClean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973690"/>
              </p:ext>
            </p:extLst>
          </p:nvPr>
        </p:nvGraphicFramePr>
        <p:xfrm>
          <a:off x="591207" y="1044909"/>
          <a:ext cx="380433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CISMNManager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CArray</a:t>
                      </a:r>
                      <a:r>
                        <a:rPr lang="en-US" altLang="ko-KR" sz="1400" dirty="0" smtClean="0"/>
                        <a:t>&lt;</a:t>
                      </a:r>
                      <a:r>
                        <a:rPr lang="en-US" altLang="ko-KR" sz="1400" dirty="0" err="1" smtClean="0"/>
                        <a:t>CISNMReceiver</a:t>
                      </a:r>
                      <a:r>
                        <a:rPr lang="en-US" altLang="ko-KR" sz="1400" dirty="0" smtClean="0"/>
                        <a:t>*, </a:t>
                      </a:r>
                      <a:r>
                        <a:rPr lang="en-US" altLang="ko-KR" sz="1400" dirty="0" err="1" smtClean="0"/>
                        <a:t>CISNMReceiver</a:t>
                      </a:r>
                      <a:r>
                        <a:rPr lang="en-US" altLang="ko-KR" sz="1400" dirty="0" smtClean="0"/>
                        <a:t>*&gt;	</a:t>
                      </a:r>
                      <a:r>
                        <a:rPr lang="en-US" altLang="ko-KR" sz="1400" dirty="0" err="1" smtClean="0"/>
                        <a:t>m_RECEIVERs</a:t>
                      </a:r>
                      <a:r>
                        <a:rPr lang="en-US" altLang="ko-KR" sz="1400" dirty="0" smtClean="0"/>
                        <a:t>;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135789"/>
              </p:ext>
            </p:extLst>
          </p:nvPr>
        </p:nvGraphicFramePr>
        <p:xfrm>
          <a:off x="7334032" y="933149"/>
          <a:ext cx="28456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CISNMReceiver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CISNumericSetting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m_Setting</a:t>
                      </a:r>
                      <a:r>
                        <a:rPr lang="en-US" altLang="ko-KR" sz="1400" dirty="0" smtClean="0"/>
                        <a:t>;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CISNMParser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altLang="ko-K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m_pParser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570959"/>
              </p:ext>
            </p:extLst>
          </p:nvPr>
        </p:nvGraphicFramePr>
        <p:xfrm>
          <a:off x="7334032" y="3165949"/>
          <a:ext cx="284567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06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CISNMParser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459039"/>
              </p:ext>
            </p:extLst>
          </p:nvPr>
        </p:nvGraphicFramePr>
        <p:xfrm>
          <a:off x="7334032" y="4974018"/>
          <a:ext cx="284567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06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CISPFTParser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" name="직선 화살표 연결선 25"/>
          <p:cNvCxnSpPr>
            <a:stCxn id="12" idx="0"/>
            <a:endCxn id="11" idx="2"/>
          </p:cNvCxnSpPr>
          <p:nvPr/>
        </p:nvCxnSpPr>
        <p:spPr>
          <a:xfrm flipV="1">
            <a:off x="8756870" y="3902549"/>
            <a:ext cx="0" cy="1071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8269705" y="2021305"/>
            <a:ext cx="0" cy="1144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7" idx="3"/>
            <a:endCxn id="8" idx="1"/>
          </p:cNvCxnSpPr>
          <p:nvPr/>
        </p:nvCxnSpPr>
        <p:spPr>
          <a:xfrm>
            <a:off x="4395537" y="1489409"/>
            <a:ext cx="2938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334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4314" y="436605"/>
            <a:ext cx="353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 </a:t>
            </a:r>
            <a:r>
              <a:rPr lang="en-US" altLang="ko-KR" dirty="0">
                <a:solidFill>
                  <a:schemeClr val="dk1"/>
                </a:solidFill>
              </a:rPr>
              <a:t>WRTextExtractor3 - TEXT_MAP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89190" y="805937"/>
            <a:ext cx="104935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 err="1" smtClean="0"/>
              <a:t>TextParser</a:t>
            </a:r>
            <a:r>
              <a:rPr lang="en-US" altLang="ko-KR" sz="1400" dirty="0" smtClean="0"/>
              <a:t> </a:t>
            </a:r>
          </a:p>
          <a:p>
            <a:pPr marL="800100" lvl="1" indent="-342900">
              <a:buAutoNum type="arabicPeriod"/>
            </a:pPr>
            <a:r>
              <a:rPr lang="en-US" altLang="ko-KR" sz="1400" dirty="0" smtClean="0"/>
              <a:t>id : Unique</a:t>
            </a:r>
            <a:r>
              <a:rPr lang="ko-KR" altLang="en-US" sz="1400" smtClean="0"/>
              <a:t>한 </a:t>
            </a:r>
            <a:r>
              <a:rPr lang="en-US" altLang="ko-KR" sz="1400" dirty="0" smtClean="0"/>
              <a:t>ID</a:t>
            </a:r>
            <a:r>
              <a:rPr lang="ko-KR" altLang="en-US" sz="1400" smtClean="0"/>
              <a:t>를 입력한다</a:t>
            </a:r>
            <a:r>
              <a:rPr lang="en-US" altLang="ko-KR" sz="1400" dirty="0" smtClean="0"/>
              <a:t>. (</a:t>
            </a:r>
            <a:r>
              <a:rPr lang="ko-KR" altLang="en-US" sz="1400" smtClean="0"/>
              <a:t>숫자</a:t>
            </a:r>
            <a:r>
              <a:rPr lang="en-US" altLang="ko-KR" sz="1400" dirty="0" smtClean="0"/>
              <a:t>) , </a:t>
            </a:r>
          </a:p>
          <a:p>
            <a:pPr marL="800100" lvl="1" indent="-342900">
              <a:buAutoNum type="arabicPeriod"/>
            </a:pPr>
            <a:r>
              <a:rPr lang="en-US" altLang="ko-KR" sz="1400" dirty="0" smtClean="0"/>
              <a:t>label : </a:t>
            </a:r>
            <a:r>
              <a:rPr lang="ko-KR" altLang="en-US" sz="1400" smtClean="0"/>
              <a:t>해당 </a:t>
            </a:r>
            <a:r>
              <a:rPr lang="en-US" altLang="ko-KR" sz="1400" dirty="0" smtClean="0"/>
              <a:t>Item</a:t>
            </a:r>
            <a:r>
              <a:rPr lang="ko-KR" altLang="en-US" sz="1400" smtClean="0"/>
              <a:t>에 대한 정보 또는 이름</a:t>
            </a:r>
            <a:endParaRPr lang="en-US" altLang="ko-KR" sz="1400" dirty="0" smtClean="0"/>
          </a:p>
          <a:p>
            <a:pPr marL="800100" lvl="1" indent="-342900">
              <a:buAutoNum type="arabicPeriod"/>
            </a:pPr>
            <a:r>
              <a:rPr lang="en-US" altLang="ko-KR" sz="1400" dirty="0" err="1" smtClean="0"/>
              <a:t>parentid</a:t>
            </a:r>
            <a:r>
              <a:rPr lang="en-US" altLang="ko-KR" sz="1400" dirty="0" smtClean="0"/>
              <a:t> : </a:t>
            </a:r>
            <a:r>
              <a:rPr lang="ko-KR" altLang="en-US" sz="1400" smtClean="0"/>
              <a:t>부모</a:t>
            </a:r>
            <a:r>
              <a:rPr lang="en-US" altLang="ko-KR" sz="1400" dirty="0" smtClean="0"/>
              <a:t> item</a:t>
            </a:r>
            <a:r>
              <a:rPr lang="ko-KR" altLang="en-US" sz="1400" smtClean="0"/>
              <a:t>의</a:t>
            </a:r>
            <a:r>
              <a:rPr lang="en-US" altLang="ko-KR" sz="1400" dirty="0" smtClean="0"/>
              <a:t> ID (Group</a:t>
            </a:r>
            <a:r>
              <a:rPr lang="ko-KR" altLang="en-US" sz="1400" smtClean="0"/>
              <a:t>을 만들기 위해</a:t>
            </a:r>
            <a:r>
              <a:rPr lang="en-US" altLang="ko-KR" sz="1400" dirty="0" smtClean="0"/>
              <a:t>)</a:t>
            </a:r>
          </a:p>
          <a:p>
            <a:pPr marL="800100" lvl="1" indent="-342900">
              <a:buAutoNum type="arabicPeriod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sz="1400" dirty="0" smtClean="0"/>
              <a:t>Keyword1 </a:t>
            </a:r>
          </a:p>
          <a:p>
            <a:pPr marL="800100" lvl="1" indent="-342900">
              <a:buAutoNum type="arabicPeriod"/>
            </a:pPr>
            <a:r>
              <a:rPr lang="ko-KR" altLang="en-US" sz="1400" dirty="0" smtClean="0"/>
              <a:t>찾아야</a:t>
            </a:r>
            <a:r>
              <a:rPr lang="en-US" altLang="ko-KR" sz="1400" dirty="0" smtClean="0"/>
              <a:t> </a:t>
            </a:r>
            <a:r>
              <a:rPr lang="ko-KR" altLang="en-US" sz="1400" smtClean="0"/>
              <a:t>하는 </a:t>
            </a:r>
            <a:r>
              <a:rPr lang="en-US" altLang="ko-KR" sz="1400" dirty="0" smtClean="0"/>
              <a:t>Text</a:t>
            </a:r>
          </a:p>
          <a:p>
            <a:pPr marL="800100" lvl="1" indent="-342900">
              <a:buAutoNum type="arabicPeriod"/>
            </a:pPr>
            <a:r>
              <a:rPr lang="en-US" altLang="ko-KR" sz="1400" dirty="0" smtClean="0"/>
              <a:t>start : </a:t>
            </a:r>
            <a:r>
              <a:rPr lang="ko-KR" altLang="en-US" sz="1400" smtClean="0"/>
              <a:t>시작</a:t>
            </a:r>
            <a:r>
              <a:rPr lang="en-US" altLang="ko-KR" sz="1400" dirty="0" smtClean="0"/>
              <a:t> </a:t>
            </a:r>
            <a:r>
              <a:rPr lang="ko-KR" altLang="en-US" sz="1400" smtClean="0"/>
              <a:t>줄 번호 </a:t>
            </a:r>
            <a:r>
              <a:rPr lang="en-US" altLang="ko-KR" sz="1400" dirty="0" smtClean="0"/>
              <a:t>(0</a:t>
            </a:r>
            <a:r>
              <a:rPr lang="ko-KR" altLang="en-US" sz="1400" smtClean="0"/>
              <a:t>부터 시작</a:t>
            </a:r>
            <a:r>
              <a:rPr lang="en-US" altLang="ko-KR" sz="1400" dirty="0" smtClean="0"/>
              <a:t>)</a:t>
            </a:r>
          </a:p>
          <a:p>
            <a:pPr marL="342900" indent="-342900">
              <a:buAutoNum type="arabicPeriod" startAt="2"/>
            </a:pPr>
            <a:r>
              <a:rPr lang="en-US" altLang="ko-KR" sz="1400" dirty="0" smtClean="0"/>
              <a:t>Keyword2</a:t>
            </a:r>
          </a:p>
          <a:p>
            <a:pPr marL="800100" lvl="1" indent="-342900">
              <a:buAutoNum type="arabicPeriod"/>
            </a:pPr>
            <a:r>
              <a:rPr lang="en-US" altLang="ko-KR" sz="1400" dirty="0" smtClean="0"/>
              <a:t>Keyword1</a:t>
            </a:r>
            <a:r>
              <a:rPr lang="ko-KR" altLang="en-US" sz="1400" smtClean="0"/>
              <a:t>을 찾은 후 그 다음으로 찾아야할 </a:t>
            </a:r>
            <a:r>
              <a:rPr lang="en-US" altLang="ko-KR" sz="1400" dirty="0" smtClean="0"/>
              <a:t>Text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sz="1400" dirty="0"/>
              <a:t>start : </a:t>
            </a:r>
            <a:r>
              <a:rPr lang="ko-KR" altLang="en-US" sz="1400"/>
              <a:t>시작</a:t>
            </a:r>
            <a:r>
              <a:rPr lang="en-US" altLang="ko-KR" sz="1400" dirty="0"/>
              <a:t> </a:t>
            </a:r>
            <a:r>
              <a:rPr lang="ko-KR" altLang="en-US" sz="1400"/>
              <a:t>줄 번호 </a:t>
            </a:r>
            <a:r>
              <a:rPr lang="en-US" altLang="ko-KR" sz="1400" dirty="0"/>
              <a:t>(0</a:t>
            </a:r>
            <a:r>
              <a:rPr lang="ko-KR" altLang="en-US" sz="1400"/>
              <a:t>부터 시작</a:t>
            </a:r>
            <a:r>
              <a:rPr lang="en-US" altLang="ko-KR" sz="1400" dirty="0"/>
              <a:t>)</a:t>
            </a:r>
          </a:p>
          <a:p>
            <a:pPr marL="342900" indent="-342900">
              <a:buAutoNum type="arabicPeriod" startAt="2"/>
            </a:pPr>
            <a:r>
              <a:rPr lang="en-US" altLang="ko-KR" sz="1400" dirty="0" smtClean="0"/>
              <a:t>Offset </a:t>
            </a:r>
            <a:r>
              <a:rPr lang="en-US" altLang="ko-KR" sz="1400" smtClean="0"/>
              <a:t>: </a:t>
            </a:r>
            <a:r>
              <a:rPr lang="en-US" altLang="ko-KR" sz="1400" smtClean="0"/>
              <a:t>Keyword</a:t>
            </a:r>
            <a:r>
              <a:rPr lang="ko-KR" altLang="en-US" sz="1400" smtClean="0"/>
              <a:t>로 찾은 곳에서 몇칸 아래로 이동</a:t>
            </a:r>
            <a:r>
              <a:rPr lang="en-US" altLang="ko-KR" sz="1400" smtClean="0"/>
              <a:t>(</a:t>
            </a:r>
            <a:r>
              <a:rPr lang="ko-KR" altLang="en-US" sz="1400" smtClean="0"/>
              <a:t>줄 이동</a:t>
            </a:r>
            <a:r>
              <a:rPr lang="en-US" altLang="ko-KR" sz="1400" smtClean="0"/>
              <a:t>)</a:t>
            </a:r>
          </a:p>
          <a:p>
            <a:pPr marL="342900" indent="-342900">
              <a:buAutoNum type="arabicPeriod" startAt="2"/>
            </a:pPr>
            <a:r>
              <a:rPr lang="en-US" altLang="ko-KR" sz="1400" smtClean="0"/>
              <a:t>Column1 : </a:t>
            </a:r>
            <a:r>
              <a:rPr lang="ko-KR" altLang="en-US" sz="1400" smtClean="0"/>
              <a:t> </a:t>
            </a:r>
            <a:r>
              <a:rPr lang="en-US" altLang="ko-KR" sz="1400" smtClean="0"/>
              <a:t>1 : </a:t>
            </a:r>
            <a:r>
              <a:rPr lang="ko-KR" altLang="en-US" sz="1400" smtClean="0"/>
              <a:t>사용</a:t>
            </a:r>
            <a:r>
              <a:rPr lang="en-US" altLang="ko-KR" sz="1400" smtClean="0"/>
              <a:t>, 0 : </a:t>
            </a:r>
            <a:r>
              <a:rPr lang="ko-KR" altLang="en-US" sz="1400" smtClean="0"/>
              <a:t>사용 안함</a:t>
            </a:r>
            <a:endParaRPr lang="en-US" altLang="ko-KR" sz="1400" smtClean="0"/>
          </a:p>
          <a:p>
            <a:pPr marL="342900" indent="-342900">
              <a:buAutoNum type="arabicPeriod" startAt="2"/>
            </a:pPr>
            <a:r>
              <a:rPr lang="en-US" altLang="ko-KR" sz="1400" smtClean="0"/>
              <a:t>Seperator1 </a:t>
            </a:r>
            <a:r>
              <a:rPr lang="en-US" altLang="ko-KR" sz="1400" dirty="0" smtClean="0"/>
              <a:t>: </a:t>
            </a:r>
            <a:r>
              <a:rPr lang="ko-KR" altLang="en-US" sz="1400" smtClean="0"/>
              <a:t>구분자 설정</a:t>
            </a:r>
            <a:endParaRPr lang="en-US" altLang="ko-KR" sz="1400" dirty="0" smtClean="0"/>
          </a:p>
          <a:p>
            <a:pPr marL="800100" lvl="1" indent="-342900">
              <a:buAutoNum type="arabicPeriod" startAt="2"/>
            </a:pPr>
            <a:r>
              <a:rPr lang="en-US" altLang="ko-KR" sz="1400" dirty="0" smtClean="0"/>
              <a:t>space = 1 : </a:t>
            </a:r>
            <a:r>
              <a:rPr lang="ko-KR" altLang="en-US" sz="1400" smtClean="0"/>
              <a:t>공백을 구분자로 사용한다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 startAt="2"/>
            </a:pPr>
            <a:r>
              <a:rPr lang="en-US" altLang="ko-KR" sz="1400" dirty="0" smtClean="0"/>
              <a:t>Sequence1 : </a:t>
            </a:r>
            <a:r>
              <a:rPr lang="ko-KR" altLang="en-US" sz="1400"/>
              <a:t>몇 번째 컬럼 </a:t>
            </a:r>
            <a:r>
              <a:rPr lang="en-US" altLang="ko-KR" sz="1400" dirty="0" smtClean="0"/>
              <a:t>(1</a:t>
            </a:r>
            <a:r>
              <a:rPr lang="ko-KR" altLang="en-US" sz="1400" smtClean="0"/>
              <a:t>부터 </a:t>
            </a:r>
            <a:r>
              <a:rPr lang="ko-KR" altLang="en-US" sz="1400"/>
              <a:t>시작</a:t>
            </a:r>
            <a:r>
              <a:rPr lang="en-US" altLang="ko-KR" sz="1400" dirty="0" smtClean="0"/>
              <a:t>)</a:t>
            </a:r>
          </a:p>
          <a:p>
            <a:pPr marL="800100" lvl="1" indent="-342900">
              <a:buAutoNum type="arabicPeriod" startAt="2"/>
            </a:pPr>
            <a:r>
              <a:rPr lang="en-US" altLang="ko-KR" sz="1400" dirty="0" smtClean="0"/>
              <a:t>reverse : </a:t>
            </a:r>
            <a:r>
              <a:rPr lang="en-US" altLang="ko-KR" sz="1400" dirty="0"/>
              <a:t>1: </a:t>
            </a:r>
            <a:r>
              <a:rPr lang="ko-KR" altLang="en-US" sz="1400"/>
              <a:t>뒤에서 부터 몇번째 인지</a:t>
            </a:r>
            <a:r>
              <a:rPr lang="en-US" altLang="ko-KR" sz="1400" dirty="0"/>
              <a:t>, 0: </a:t>
            </a:r>
            <a:r>
              <a:rPr lang="ko-KR" altLang="en-US" sz="1400"/>
              <a:t>앞에서 부터 몇 </a:t>
            </a:r>
            <a:r>
              <a:rPr lang="ko-KR" altLang="en-US" sz="1400" smtClean="0"/>
              <a:t>번째인지</a:t>
            </a:r>
            <a:endParaRPr lang="en-US" altLang="ko-KR" sz="1400" dirty="0" smtClean="0"/>
          </a:p>
          <a:p>
            <a:pPr marL="800100" lvl="1" indent="-342900">
              <a:buAutoNum type="arabicPeriod" startAt="2"/>
            </a:pPr>
            <a:r>
              <a:rPr lang="en-US" altLang="ko-KR" sz="1400" dirty="0" err="1" smtClean="0"/>
              <a:t>valuetype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: 0-position value(</a:t>
            </a:r>
            <a:r>
              <a:rPr lang="ko-KR" altLang="en-US" sz="1400" smtClean="0"/>
              <a:t>그자리</a:t>
            </a:r>
            <a:r>
              <a:rPr lang="en-US" altLang="ko-KR" sz="1400" dirty="0" smtClean="0"/>
              <a:t>??), 1 – left value(</a:t>
            </a:r>
            <a:r>
              <a:rPr lang="en-US" altLang="ko-KR" sz="1400" dirty="0" err="1" smtClean="0"/>
              <a:t>seq</a:t>
            </a:r>
            <a:r>
              <a:rPr lang="ko-KR" altLang="en-US" sz="1400" smtClean="0"/>
              <a:t>의 왼쪽값</a:t>
            </a:r>
            <a:r>
              <a:rPr lang="en-US" altLang="ko-KR" sz="1400" dirty="0" smtClean="0"/>
              <a:t>:default), 2 – right value(</a:t>
            </a:r>
            <a:r>
              <a:rPr lang="en-US" altLang="ko-KR" sz="1400" dirty="0" err="1" smtClean="0"/>
              <a:t>seq</a:t>
            </a:r>
            <a:r>
              <a:rPr lang="ko-KR" altLang="en-US" sz="1400" smtClean="0"/>
              <a:t>의 오른쪽값</a:t>
            </a:r>
            <a:r>
              <a:rPr lang="en-US" altLang="ko-KR" sz="1400" dirty="0" smtClean="0"/>
              <a:t>) </a:t>
            </a:r>
            <a:r>
              <a:rPr lang="en-US" altLang="ko-KR" sz="1400" dirty="0" smtClean="0">
                <a:sym typeface="Wingdings" panose="05000000000000000000" pitchFamily="2" charset="2"/>
              </a:rPr>
              <a:t> </a:t>
            </a:r>
            <a:r>
              <a:rPr lang="ko-KR" altLang="en-US" sz="1400" smtClean="0">
                <a:sym typeface="Wingdings" panose="05000000000000000000" pitchFamily="2" charset="2"/>
              </a:rPr>
              <a:t>여기선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smtClean="0">
                <a:sym typeface="Wingdings" panose="05000000000000000000" pitchFamily="2" charset="2"/>
              </a:rPr>
              <a:t>사용하지 않음</a:t>
            </a:r>
            <a:endParaRPr lang="en-US" altLang="ko-KR" sz="1400" dirty="0" smtClean="0"/>
          </a:p>
          <a:p>
            <a:pPr marL="342900" indent="-342900">
              <a:buAutoNum type="arabicPeriod" startAt="2"/>
            </a:pPr>
            <a:r>
              <a:rPr lang="en-US" altLang="ko-KR" sz="1400" dirty="0" smtClean="0"/>
              <a:t>Column2, Seperator2, Sequcne2 </a:t>
            </a:r>
            <a:r>
              <a:rPr lang="ko-KR" altLang="en-US" sz="1400" smtClean="0"/>
              <a:t>모두 </a:t>
            </a:r>
            <a:r>
              <a:rPr lang="en-US" altLang="ko-KR" sz="1400" dirty="0" smtClean="0"/>
              <a:t>1</a:t>
            </a:r>
            <a:r>
              <a:rPr lang="ko-KR" altLang="en-US" sz="1400" smtClean="0"/>
              <a:t>과 </a:t>
            </a:r>
            <a:r>
              <a:rPr lang="ko-KR" altLang="en-US" sz="1400" smtClean="0"/>
              <a:t>동일 </a:t>
            </a:r>
            <a:r>
              <a:rPr lang="en-US" altLang="ko-KR" sz="1400" smtClean="0"/>
              <a:t>– Column1</a:t>
            </a:r>
            <a:r>
              <a:rPr lang="ko-KR" altLang="en-US" sz="1400" smtClean="0"/>
              <a:t>에서 찾은 데이터 기준으</a:t>
            </a:r>
            <a:r>
              <a:rPr lang="ko-KR" altLang="en-US" sz="1400" smtClean="0"/>
              <a:t>로 파싱기준 적용</a:t>
            </a:r>
            <a:endParaRPr lang="en-US" altLang="ko-KR" sz="14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790" y="193785"/>
            <a:ext cx="5592896" cy="383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9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3948" y="432262"/>
            <a:ext cx="724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스크립트 제대로 되는지 확인해보는 방법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81890" y="1113905"/>
            <a:ext cx="9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CISModalityLib &gt; trunk &gt; Bin &gt; Win32 &gt; ReleaseUnicode &gt; TesterU.exe </a:t>
            </a:r>
            <a:r>
              <a:rPr lang="ko-KR" altLang="en-US" smtClean="0"/>
              <a:t>실</a:t>
            </a:r>
            <a:r>
              <a:rPr lang="ko-KR" altLang="en-US" smtClean="0"/>
              <a:t>행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0" y="1679169"/>
            <a:ext cx="7556270" cy="467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77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2020" y="346841"/>
            <a:ext cx="3401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CISNMManager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- Start Receiver, Stop Receiver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Load Receiver</a:t>
            </a:r>
          </a:p>
          <a:p>
            <a:r>
              <a:rPr lang="ko-KR" altLang="en-US" dirty="0" smtClean="0"/>
              <a:t>등의 역할을 한다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02020" y="1748727"/>
            <a:ext cx="11144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CISNMManager.StartReceiver</a:t>
            </a:r>
            <a:r>
              <a:rPr lang="en-US" altLang="ko-KR" dirty="0" smtClean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 Receiving  Parsing  </a:t>
            </a:r>
            <a:r>
              <a:rPr lang="en-US" altLang="ko-KR" dirty="0" smtClean="0"/>
              <a:t>NMPARSER_NTF_INFORMATION </a:t>
            </a:r>
            <a:r>
              <a:rPr lang="ko-KR" altLang="en-US" smtClean="0"/>
              <a:t>메시지 전달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err="1"/>
              <a:t>CNumericTransThread</a:t>
            </a:r>
            <a:r>
              <a:rPr lang="en-US" altLang="ko-KR" dirty="0"/>
              <a:t> </a:t>
            </a:r>
            <a:r>
              <a:rPr lang="ko-KR" altLang="en-US" smtClean="0"/>
              <a:t>에서</a:t>
            </a:r>
            <a:r>
              <a:rPr lang="en-US" altLang="ko-KR" dirty="0" smtClean="0"/>
              <a:t> </a:t>
            </a:r>
            <a:r>
              <a:rPr lang="en-US" altLang="ko-KR" dirty="0" err="1" smtClean="0">
                <a:sym typeface="Wingdings" panose="05000000000000000000" pitchFamily="2" charset="2"/>
              </a:rPr>
              <a:t>NumericSite</a:t>
            </a:r>
            <a:r>
              <a:rPr lang="ko-KR" altLang="en-US" smtClean="0">
                <a:sym typeface="Wingdings" panose="05000000000000000000" pitchFamily="2" charset="2"/>
              </a:rPr>
              <a:t>로 데이터 전송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smtClean="0"/>
              <a:t>NUMERICTRANS_COMPLETE </a:t>
            </a:r>
            <a:r>
              <a:rPr lang="ko-KR" altLang="en-US" smtClean="0"/>
              <a:t>메시지 전달 </a:t>
            </a:r>
            <a:r>
              <a:rPr lang="en-US" altLang="ko-KR" dirty="0" smtClean="0">
                <a:sym typeface="Wingdings" panose="05000000000000000000" pitchFamily="2" charset="2"/>
              </a:rPr>
              <a:t> NEIS MIX</a:t>
            </a:r>
            <a:r>
              <a:rPr lang="ko-KR" altLang="en-US" smtClean="0">
                <a:sym typeface="Wingdings" panose="05000000000000000000" pitchFamily="2" charset="2"/>
              </a:rPr>
              <a:t>를 호출한다</a:t>
            </a:r>
            <a:r>
              <a:rPr lang="en-US" altLang="ko-KR" dirty="0" smtClean="0">
                <a:sym typeface="Wingdings" panose="05000000000000000000" pitchFamily="2" charset="2"/>
              </a:rPr>
              <a:t>.</a:t>
            </a: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02020" y="3156103"/>
            <a:ext cx="659796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010001"/>
                </a:solidFill>
              </a:rPr>
              <a:t>CNumericTransThread</a:t>
            </a:r>
            <a:r>
              <a:rPr lang="en-US" altLang="ko-KR" dirty="0">
                <a:solidFill>
                  <a:prstClr val="black"/>
                </a:solidFill>
              </a:rPr>
              <a:t>::</a:t>
            </a:r>
            <a:r>
              <a:rPr lang="en-US" altLang="ko-KR" dirty="0" err="1" smtClean="0">
                <a:solidFill>
                  <a:srgbClr val="010001"/>
                </a:solidFill>
              </a:rPr>
              <a:t>ProcessSetNumericData</a:t>
            </a:r>
            <a:endParaRPr lang="en-US" altLang="ko-KR" dirty="0" smtClean="0">
              <a:solidFill>
                <a:srgbClr val="010001"/>
              </a:solidFill>
            </a:endParaRPr>
          </a:p>
          <a:p>
            <a:r>
              <a:rPr lang="en-US" altLang="ko-KR" dirty="0">
                <a:solidFill>
                  <a:srgbClr val="010001"/>
                </a:solidFill>
              </a:rPr>
              <a:t> </a:t>
            </a:r>
            <a:r>
              <a:rPr lang="ko-KR" altLang="en-US" smtClean="0">
                <a:solidFill>
                  <a:srgbClr val="010001"/>
                </a:solidFill>
              </a:rPr>
              <a:t>해당 폴더에서 정보 파일을 읽어서 </a:t>
            </a:r>
            <a:r>
              <a:rPr lang="en-US" altLang="ko-KR" dirty="0" smtClean="0">
                <a:solidFill>
                  <a:srgbClr val="010001"/>
                </a:solidFill>
              </a:rPr>
              <a:t>Numeric site</a:t>
            </a:r>
            <a:r>
              <a:rPr lang="ko-KR" altLang="en-US" smtClean="0">
                <a:solidFill>
                  <a:srgbClr val="010001"/>
                </a:solidFill>
              </a:rPr>
              <a:t>로 전송 한다</a:t>
            </a:r>
            <a:r>
              <a:rPr lang="en-US" altLang="ko-KR" dirty="0" smtClean="0">
                <a:solidFill>
                  <a:srgbClr val="010001"/>
                </a:solidFill>
              </a:rPr>
              <a:t>.</a:t>
            </a:r>
          </a:p>
          <a:p>
            <a:r>
              <a:rPr lang="en-US" altLang="ko-KR" dirty="0">
                <a:solidFill>
                  <a:srgbClr val="010001"/>
                </a:solidFill>
              </a:rPr>
              <a:t> </a:t>
            </a:r>
            <a:r>
              <a:rPr lang="ko-KR" altLang="en-US" smtClean="0">
                <a:solidFill>
                  <a:srgbClr val="010001"/>
                </a:solidFill>
              </a:rPr>
              <a:t>여기서 병원측에서 요구한대로 </a:t>
            </a:r>
            <a:r>
              <a:rPr lang="en-US" altLang="ko-KR" dirty="0" smtClean="0">
                <a:solidFill>
                  <a:srgbClr val="010001"/>
                </a:solidFill>
              </a:rPr>
              <a:t>Value</a:t>
            </a:r>
            <a:r>
              <a:rPr lang="ko-KR" altLang="en-US" smtClean="0">
                <a:solidFill>
                  <a:srgbClr val="010001"/>
                </a:solidFill>
              </a:rPr>
              <a:t>값을 변경 한다</a:t>
            </a:r>
            <a:r>
              <a:rPr lang="en-US" altLang="ko-KR" dirty="0" smtClean="0">
                <a:solidFill>
                  <a:srgbClr val="010001"/>
                </a:solidFill>
              </a:rPr>
              <a:t>.</a:t>
            </a:r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50" y="4079434"/>
            <a:ext cx="5089950" cy="144707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51" y="5711241"/>
            <a:ext cx="5219950" cy="57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44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303</Words>
  <Application>Microsoft Office PowerPoint</Application>
  <PresentationFormat>와이드스크린</PresentationFormat>
  <Paragraphs>47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 SONGYI</dc:creator>
  <cp:lastModifiedBy>SunKi Lee</cp:lastModifiedBy>
  <cp:revision>74</cp:revision>
  <dcterms:created xsi:type="dcterms:W3CDTF">2019-05-03T06:18:38Z</dcterms:created>
  <dcterms:modified xsi:type="dcterms:W3CDTF">2021-05-17T07:43:27Z</dcterms:modified>
</cp:coreProperties>
</file>